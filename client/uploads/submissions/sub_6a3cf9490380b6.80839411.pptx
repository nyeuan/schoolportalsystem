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</p:sldIdLst>
  <p:sldSz cx="18592800" cy="10458450"/>
  <p:notesSz cx="6858000" cy="9144000"/>
  <p:defaultTextStyle>
    <a:defPPr>
      <a:defRPr lang="en-US"/>
    </a:defPPr>
    <a:lvl1pPr marL="0" algn="l" defTabSz="1259887" rtl="0" eaLnBrk="1" latinLnBrk="0" hangingPunct="1">
      <a:defRPr sz="2479" kern="1200">
        <a:solidFill>
          <a:schemeClr val="tx1"/>
        </a:solidFill>
        <a:latin typeface="+mn-lt"/>
        <a:ea typeface="+mn-ea"/>
        <a:cs typeface="+mn-cs"/>
      </a:defRPr>
    </a:lvl1pPr>
    <a:lvl2pPr marL="629944" algn="l" defTabSz="1259887" rtl="0" eaLnBrk="1" latinLnBrk="0" hangingPunct="1">
      <a:defRPr sz="2479" kern="1200">
        <a:solidFill>
          <a:schemeClr val="tx1"/>
        </a:solidFill>
        <a:latin typeface="+mn-lt"/>
        <a:ea typeface="+mn-ea"/>
        <a:cs typeface="+mn-cs"/>
      </a:defRPr>
    </a:lvl2pPr>
    <a:lvl3pPr marL="1259887" algn="l" defTabSz="1259887" rtl="0" eaLnBrk="1" latinLnBrk="0" hangingPunct="1">
      <a:defRPr sz="2479" kern="1200">
        <a:solidFill>
          <a:schemeClr val="tx1"/>
        </a:solidFill>
        <a:latin typeface="+mn-lt"/>
        <a:ea typeface="+mn-ea"/>
        <a:cs typeface="+mn-cs"/>
      </a:defRPr>
    </a:lvl3pPr>
    <a:lvl4pPr marL="1889832" algn="l" defTabSz="1259887" rtl="0" eaLnBrk="1" latinLnBrk="0" hangingPunct="1">
      <a:defRPr sz="2479" kern="1200">
        <a:solidFill>
          <a:schemeClr val="tx1"/>
        </a:solidFill>
        <a:latin typeface="+mn-lt"/>
        <a:ea typeface="+mn-ea"/>
        <a:cs typeface="+mn-cs"/>
      </a:defRPr>
    </a:lvl4pPr>
    <a:lvl5pPr marL="2519775" algn="l" defTabSz="1259887" rtl="0" eaLnBrk="1" latinLnBrk="0" hangingPunct="1">
      <a:defRPr sz="2479" kern="1200">
        <a:solidFill>
          <a:schemeClr val="tx1"/>
        </a:solidFill>
        <a:latin typeface="+mn-lt"/>
        <a:ea typeface="+mn-ea"/>
        <a:cs typeface="+mn-cs"/>
      </a:defRPr>
    </a:lvl5pPr>
    <a:lvl6pPr marL="3149719" algn="l" defTabSz="1259887" rtl="0" eaLnBrk="1" latinLnBrk="0" hangingPunct="1">
      <a:defRPr sz="2479" kern="1200">
        <a:solidFill>
          <a:schemeClr val="tx1"/>
        </a:solidFill>
        <a:latin typeface="+mn-lt"/>
        <a:ea typeface="+mn-ea"/>
        <a:cs typeface="+mn-cs"/>
      </a:defRPr>
    </a:lvl6pPr>
    <a:lvl7pPr marL="3779664" algn="l" defTabSz="1259887" rtl="0" eaLnBrk="1" latinLnBrk="0" hangingPunct="1">
      <a:defRPr sz="2479" kern="1200">
        <a:solidFill>
          <a:schemeClr val="tx1"/>
        </a:solidFill>
        <a:latin typeface="+mn-lt"/>
        <a:ea typeface="+mn-ea"/>
        <a:cs typeface="+mn-cs"/>
      </a:defRPr>
    </a:lvl7pPr>
    <a:lvl8pPr marL="4409608" algn="l" defTabSz="1259887" rtl="0" eaLnBrk="1" latinLnBrk="0" hangingPunct="1">
      <a:defRPr sz="2479" kern="1200">
        <a:solidFill>
          <a:schemeClr val="tx1"/>
        </a:solidFill>
        <a:latin typeface="+mn-lt"/>
        <a:ea typeface="+mn-ea"/>
        <a:cs typeface="+mn-cs"/>
      </a:defRPr>
    </a:lvl8pPr>
    <a:lvl9pPr marL="5039553" algn="l" defTabSz="1259887" rtl="0" eaLnBrk="1" latinLnBrk="0" hangingPunct="1">
      <a:defRPr sz="2479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9" d="100"/>
          <a:sy n="69" d="100"/>
        </p:scale>
        <p:origin x="80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E0291E-E340-77B9-6505-1C7C8C71A8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24100" y="1711604"/>
            <a:ext cx="13944601" cy="3641090"/>
          </a:xfrm>
        </p:spPr>
        <p:txBody>
          <a:bodyPr anchor="b"/>
          <a:lstStyle>
            <a:lvl1pPr algn="ctr">
              <a:defRPr sz="7064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A4820D-9CB7-904F-727D-7C7F559794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24100" y="5493109"/>
            <a:ext cx="13944601" cy="2525037"/>
          </a:xfrm>
        </p:spPr>
        <p:txBody>
          <a:bodyPr/>
          <a:lstStyle>
            <a:lvl1pPr marL="0" indent="0" algn="ctr">
              <a:buNone/>
              <a:defRPr sz="2826"/>
            </a:lvl1pPr>
            <a:lvl2pPr marL="538260" indent="0" algn="ctr">
              <a:buNone/>
              <a:defRPr sz="2355"/>
            </a:lvl2pPr>
            <a:lvl3pPr marL="1076520" indent="0" algn="ctr">
              <a:buNone/>
              <a:defRPr sz="2119"/>
            </a:lvl3pPr>
            <a:lvl4pPr marL="1614781" indent="0" algn="ctr">
              <a:buNone/>
              <a:defRPr sz="1884"/>
            </a:lvl4pPr>
            <a:lvl5pPr marL="2153040" indent="0" algn="ctr">
              <a:buNone/>
              <a:defRPr sz="1884"/>
            </a:lvl5pPr>
            <a:lvl6pPr marL="2691301" indent="0" algn="ctr">
              <a:buNone/>
              <a:defRPr sz="1884"/>
            </a:lvl6pPr>
            <a:lvl7pPr marL="3229562" indent="0" algn="ctr">
              <a:buNone/>
              <a:defRPr sz="1884"/>
            </a:lvl7pPr>
            <a:lvl8pPr marL="3767822" indent="0" algn="ctr">
              <a:buNone/>
              <a:defRPr sz="1884"/>
            </a:lvl8pPr>
            <a:lvl9pPr marL="4306082" indent="0" algn="ctr">
              <a:buNone/>
              <a:defRPr sz="1884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124786-2D8D-C6E5-6424-D591F25E0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4ED9B-3158-40B3-8FF9-BB2E862259BD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8B50CA-F0BE-572C-0CB1-09DDE0191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5EC762-6061-95D1-8E39-ECDAD74C9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0E28C-AA2C-4C13-BC73-3C9F0B119F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8037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2634E-C820-98E9-822F-A3794BB46C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C4E924-4332-58D5-FC4E-776907086A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2CD05E-D479-D737-FA3B-575797FD3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4ED9B-3158-40B3-8FF9-BB2E862259BD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569881-6BB7-29C8-3227-A9FC7C9688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1FF6C1-C808-A8D9-B16F-C668EF601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0E28C-AA2C-4C13-BC73-3C9F0B119F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8134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27D524-33BD-5BC4-97BE-9D31BAD956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8573" y="2607351"/>
            <a:ext cx="16036290" cy="4350424"/>
          </a:xfrm>
        </p:spPr>
        <p:txBody>
          <a:bodyPr anchor="b"/>
          <a:lstStyle>
            <a:lvl1pPr>
              <a:defRPr sz="7064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241767-7871-52D7-513E-B25DEBCDC4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8573" y="6998936"/>
            <a:ext cx="16036290" cy="2287785"/>
          </a:xfrm>
        </p:spPr>
        <p:txBody>
          <a:bodyPr/>
          <a:lstStyle>
            <a:lvl1pPr marL="0" indent="0">
              <a:buNone/>
              <a:defRPr sz="2826">
                <a:solidFill>
                  <a:schemeClr val="tx1">
                    <a:tint val="82000"/>
                  </a:schemeClr>
                </a:solidFill>
              </a:defRPr>
            </a:lvl1pPr>
            <a:lvl2pPr marL="538260" indent="0">
              <a:buNone/>
              <a:defRPr sz="2355">
                <a:solidFill>
                  <a:schemeClr val="tx1">
                    <a:tint val="82000"/>
                  </a:schemeClr>
                </a:solidFill>
              </a:defRPr>
            </a:lvl2pPr>
            <a:lvl3pPr marL="1076520" indent="0">
              <a:buNone/>
              <a:defRPr sz="2119">
                <a:solidFill>
                  <a:schemeClr val="tx1">
                    <a:tint val="82000"/>
                  </a:schemeClr>
                </a:solidFill>
              </a:defRPr>
            </a:lvl3pPr>
            <a:lvl4pPr marL="1614781" indent="0">
              <a:buNone/>
              <a:defRPr sz="1884">
                <a:solidFill>
                  <a:schemeClr val="tx1">
                    <a:tint val="82000"/>
                  </a:schemeClr>
                </a:solidFill>
              </a:defRPr>
            </a:lvl4pPr>
            <a:lvl5pPr marL="2153040" indent="0">
              <a:buNone/>
              <a:defRPr sz="1884">
                <a:solidFill>
                  <a:schemeClr val="tx1">
                    <a:tint val="82000"/>
                  </a:schemeClr>
                </a:solidFill>
              </a:defRPr>
            </a:lvl5pPr>
            <a:lvl6pPr marL="2691301" indent="0">
              <a:buNone/>
              <a:defRPr sz="1884">
                <a:solidFill>
                  <a:schemeClr val="tx1">
                    <a:tint val="82000"/>
                  </a:schemeClr>
                </a:solidFill>
              </a:defRPr>
            </a:lvl6pPr>
            <a:lvl7pPr marL="3229562" indent="0">
              <a:buNone/>
              <a:defRPr sz="1884">
                <a:solidFill>
                  <a:schemeClr val="tx1">
                    <a:tint val="82000"/>
                  </a:schemeClr>
                </a:solidFill>
              </a:defRPr>
            </a:lvl7pPr>
            <a:lvl8pPr marL="3767822" indent="0">
              <a:buNone/>
              <a:defRPr sz="1884">
                <a:solidFill>
                  <a:schemeClr val="tx1">
                    <a:tint val="82000"/>
                  </a:schemeClr>
                </a:solidFill>
              </a:defRPr>
            </a:lvl8pPr>
            <a:lvl9pPr marL="4306082" indent="0">
              <a:buNone/>
              <a:defRPr sz="1884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2C7E77-5081-824F-F430-0BCE7AD63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4ED9B-3158-40B3-8FF9-BB2E862259BD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638850-788E-9367-1CA6-D2B8C5B182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4FAEF2-EFEB-A867-C427-C3CE363E2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0E28C-AA2C-4C13-BC73-3C9F0B119F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9717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CBFA1-E19B-88A2-725E-149860CC4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E900A7-E7E6-0E9D-8976-1DB3A77D42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78257" y="2784078"/>
            <a:ext cx="7901940" cy="66357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BA6B27-6B60-ADA7-4D90-1FB03E7930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412607" y="2784078"/>
            <a:ext cx="7901940" cy="66357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B61852-5219-1B28-02EF-D0C12413D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4ED9B-3158-40B3-8FF9-BB2E862259BD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DC0B96-8ADA-FDD5-90E1-8F87ACA618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3204D9-3AFA-BB20-89DB-F3DDD62A2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0E28C-AA2C-4C13-BC73-3C9F0B119F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8141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E55E73-266B-BC31-CE69-38FB3CDD47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678" y="556816"/>
            <a:ext cx="16036290" cy="202148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380436-DDA2-A7CD-DB43-4F50CB377C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80679" y="2563773"/>
            <a:ext cx="7865625" cy="1256466"/>
          </a:xfrm>
        </p:spPr>
        <p:txBody>
          <a:bodyPr anchor="b"/>
          <a:lstStyle>
            <a:lvl1pPr marL="0" indent="0">
              <a:buNone/>
              <a:defRPr sz="2826" b="1"/>
            </a:lvl1pPr>
            <a:lvl2pPr marL="538260" indent="0">
              <a:buNone/>
              <a:defRPr sz="2355" b="1"/>
            </a:lvl2pPr>
            <a:lvl3pPr marL="1076520" indent="0">
              <a:buNone/>
              <a:defRPr sz="2119" b="1"/>
            </a:lvl3pPr>
            <a:lvl4pPr marL="1614781" indent="0">
              <a:buNone/>
              <a:defRPr sz="1884" b="1"/>
            </a:lvl4pPr>
            <a:lvl5pPr marL="2153040" indent="0">
              <a:buNone/>
              <a:defRPr sz="1884" b="1"/>
            </a:lvl5pPr>
            <a:lvl6pPr marL="2691301" indent="0">
              <a:buNone/>
              <a:defRPr sz="1884" b="1"/>
            </a:lvl6pPr>
            <a:lvl7pPr marL="3229562" indent="0">
              <a:buNone/>
              <a:defRPr sz="1884" b="1"/>
            </a:lvl7pPr>
            <a:lvl8pPr marL="3767822" indent="0">
              <a:buNone/>
              <a:defRPr sz="1884" b="1"/>
            </a:lvl8pPr>
            <a:lvl9pPr marL="4306082" indent="0">
              <a:buNone/>
              <a:defRPr sz="188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FF5C29-C30E-A32C-F263-B8965320AE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80679" y="3820242"/>
            <a:ext cx="7865625" cy="5618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0A3BCA-A0E0-409B-A067-84A34F6662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412607" y="2563773"/>
            <a:ext cx="7904361" cy="1256466"/>
          </a:xfrm>
        </p:spPr>
        <p:txBody>
          <a:bodyPr anchor="b"/>
          <a:lstStyle>
            <a:lvl1pPr marL="0" indent="0">
              <a:buNone/>
              <a:defRPr sz="2826" b="1"/>
            </a:lvl1pPr>
            <a:lvl2pPr marL="538260" indent="0">
              <a:buNone/>
              <a:defRPr sz="2355" b="1"/>
            </a:lvl2pPr>
            <a:lvl3pPr marL="1076520" indent="0">
              <a:buNone/>
              <a:defRPr sz="2119" b="1"/>
            </a:lvl3pPr>
            <a:lvl4pPr marL="1614781" indent="0">
              <a:buNone/>
              <a:defRPr sz="1884" b="1"/>
            </a:lvl4pPr>
            <a:lvl5pPr marL="2153040" indent="0">
              <a:buNone/>
              <a:defRPr sz="1884" b="1"/>
            </a:lvl5pPr>
            <a:lvl6pPr marL="2691301" indent="0">
              <a:buNone/>
              <a:defRPr sz="1884" b="1"/>
            </a:lvl6pPr>
            <a:lvl7pPr marL="3229562" indent="0">
              <a:buNone/>
              <a:defRPr sz="1884" b="1"/>
            </a:lvl7pPr>
            <a:lvl8pPr marL="3767822" indent="0">
              <a:buNone/>
              <a:defRPr sz="1884" b="1"/>
            </a:lvl8pPr>
            <a:lvl9pPr marL="4306082" indent="0">
              <a:buNone/>
              <a:defRPr sz="188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27B073-E30E-1786-6C68-45AC67B2A2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9412607" y="3820242"/>
            <a:ext cx="7904361" cy="5618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A2EA6D2-1FB8-0F41-509B-88EB1FAA9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4ED9B-3158-40B3-8FF9-BB2E862259BD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EFEE76F-5993-97B4-3E30-3A1ADBFE8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877188-4F7A-E166-5E4D-48AF0DA0C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0E28C-AA2C-4C13-BC73-3C9F0B119F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9999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561D5A-FD06-9039-06FC-2381B09AA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8AA1D0-C494-04CF-2BCB-2DF7934704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4ED9B-3158-40B3-8FF9-BB2E862259BD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1C349F-C6D0-99EC-EAD2-130004240B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FDD31C-1F5D-5D14-AB65-983123DDE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0E28C-AA2C-4C13-BC73-3C9F0B119F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1333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D43A409-B8ED-6770-59A4-286F158CF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4ED9B-3158-40B3-8FF9-BB2E862259BD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2421DA-DC78-3618-F0C7-8448FB9BD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264A68-F975-4CCF-A34E-BAF4EDDFE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0E28C-AA2C-4C13-BC73-3C9F0B119F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8741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7AE2B9-8576-6C85-5321-EF91B0BB3A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677" y="697233"/>
            <a:ext cx="5996662" cy="2440305"/>
          </a:xfrm>
        </p:spPr>
        <p:txBody>
          <a:bodyPr anchor="b"/>
          <a:lstStyle>
            <a:lvl1pPr>
              <a:defRPr sz="3767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37A538-7F56-1D13-2EAA-3B89ED0DCE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04362" y="1505825"/>
            <a:ext cx="9412605" cy="7432278"/>
          </a:xfrm>
        </p:spPr>
        <p:txBody>
          <a:bodyPr/>
          <a:lstStyle>
            <a:lvl1pPr>
              <a:defRPr sz="3767"/>
            </a:lvl1pPr>
            <a:lvl2pPr>
              <a:defRPr sz="3296"/>
            </a:lvl2pPr>
            <a:lvl3pPr>
              <a:defRPr sz="2826"/>
            </a:lvl3pPr>
            <a:lvl4pPr>
              <a:defRPr sz="2355"/>
            </a:lvl4pPr>
            <a:lvl5pPr>
              <a:defRPr sz="2355"/>
            </a:lvl5pPr>
            <a:lvl6pPr>
              <a:defRPr sz="2355"/>
            </a:lvl6pPr>
            <a:lvl7pPr>
              <a:defRPr sz="2355"/>
            </a:lvl7pPr>
            <a:lvl8pPr>
              <a:defRPr sz="2355"/>
            </a:lvl8pPr>
            <a:lvl9pPr>
              <a:defRPr sz="235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92279B-D00E-E214-C225-83D5048D53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80677" y="3137535"/>
            <a:ext cx="5996662" cy="5812672"/>
          </a:xfrm>
        </p:spPr>
        <p:txBody>
          <a:bodyPr/>
          <a:lstStyle>
            <a:lvl1pPr marL="0" indent="0">
              <a:buNone/>
              <a:defRPr sz="1884"/>
            </a:lvl1pPr>
            <a:lvl2pPr marL="538260" indent="0">
              <a:buNone/>
              <a:defRPr sz="1648"/>
            </a:lvl2pPr>
            <a:lvl3pPr marL="1076520" indent="0">
              <a:buNone/>
              <a:defRPr sz="1413"/>
            </a:lvl3pPr>
            <a:lvl4pPr marL="1614781" indent="0">
              <a:buNone/>
              <a:defRPr sz="1177"/>
            </a:lvl4pPr>
            <a:lvl5pPr marL="2153040" indent="0">
              <a:buNone/>
              <a:defRPr sz="1177"/>
            </a:lvl5pPr>
            <a:lvl6pPr marL="2691301" indent="0">
              <a:buNone/>
              <a:defRPr sz="1177"/>
            </a:lvl6pPr>
            <a:lvl7pPr marL="3229562" indent="0">
              <a:buNone/>
              <a:defRPr sz="1177"/>
            </a:lvl7pPr>
            <a:lvl8pPr marL="3767822" indent="0">
              <a:buNone/>
              <a:defRPr sz="1177"/>
            </a:lvl8pPr>
            <a:lvl9pPr marL="4306082" indent="0">
              <a:buNone/>
              <a:defRPr sz="117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AAA5D9-D930-3568-7652-E06BC5EBA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4ED9B-3158-40B3-8FF9-BB2E862259BD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DDF44D-3259-981B-E9D4-62854F59C7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BB9399-2656-09FA-DD76-6BBD35E61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0E28C-AA2C-4C13-BC73-3C9F0B119F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63974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9D89F4-CA72-B6F5-79D2-6634557CF8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677" y="697233"/>
            <a:ext cx="5996662" cy="2440305"/>
          </a:xfrm>
        </p:spPr>
        <p:txBody>
          <a:bodyPr anchor="b"/>
          <a:lstStyle>
            <a:lvl1pPr>
              <a:defRPr sz="3767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574342D-FFC4-7841-8E36-7CB5A70AE8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904362" y="1505825"/>
            <a:ext cx="9412605" cy="7432278"/>
          </a:xfrm>
        </p:spPr>
        <p:txBody>
          <a:bodyPr/>
          <a:lstStyle>
            <a:lvl1pPr marL="0" indent="0">
              <a:buNone/>
              <a:defRPr sz="3767"/>
            </a:lvl1pPr>
            <a:lvl2pPr marL="538260" indent="0">
              <a:buNone/>
              <a:defRPr sz="3296"/>
            </a:lvl2pPr>
            <a:lvl3pPr marL="1076520" indent="0">
              <a:buNone/>
              <a:defRPr sz="2826"/>
            </a:lvl3pPr>
            <a:lvl4pPr marL="1614781" indent="0">
              <a:buNone/>
              <a:defRPr sz="2355"/>
            </a:lvl4pPr>
            <a:lvl5pPr marL="2153040" indent="0">
              <a:buNone/>
              <a:defRPr sz="2355"/>
            </a:lvl5pPr>
            <a:lvl6pPr marL="2691301" indent="0">
              <a:buNone/>
              <a:defRPr sz="2355"/>
            </a:lvl6pPr>
            <a:lvl7pPr marL="3229562" indent="0">
              <a:buNone/>
              <a:defRPr sz="2355"/>
            </a:lvl7pPr>
            <a:lvl8pPr marL="3767822" indent="0">
              <a:buNone/>
              <a:defRPr sz="2355"/>
            </a:lvl8pPr>
            <a:lvl9pPr marL="4306082" indent="0">
              <a:buNone/>
              <a:defRPr sz="2355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535EB5-1618-6F36-206B-94AF013B8E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80677" y="3137535"/>
            <a:ext cx="5996662" cy="5812672"/>
          </a:xfrm>
        </p:spPr>
        <p:txBody>
          <a:bodyPr/>
          <a:lstStyle>
            <a:lvl1pPr marL="0" indent="0">
              <a:buNone/>
              <a:defRPr sz="1884"/>
            </a:lvl1pPr>
            <a:lvl2pPr marL="538260" indent="0">
              <a:buNone/>
              <a:defRPr sz="1648"/>
            </a:lvl2pPr>
            <a:lvl3pPr marL="1076520" indent="0">
              <a:buNone/>
              <a:defRPr sz="1413"/>
            </a:lvl3pPr>
            <a:lvl4pPr marL="1614781" indent="0">
              <a:buNone/>
              <a:defRPr sz="1177"/>
            </a:lvl4pPr>
            <a:lvl5pPr marL="2153040" indent="0">
              <a:buNone/>
              <a:defRPr sz="1177"/>
            </a:lvl5pPr>
            <a:lvl6pPr marL="2691301" indent="0">
              <a:buNone/>
              <a:defRPr sz="1177"/>
            </a:lvl6pPr>
            <a:lvl7pPr marL="3229562" indent="0">
              <a:buNone/>
              <a:defRPr sz="1177"/>
            </a:lvl7pPr>
            <a:lvl8pPr marL="3767822" indent="0">
              <a:buNone/>
              <a:defRPr sz="1177"/>
            </a:lvl8pPr>
            <a:lvl9pPr marL="4306082" indent="0">
              <a:buNone/>
              <a:defRPr sz="117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635A37-D902-0FFD-0471-AFCDD8E997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4ED9B-3158-40B3-8FF9-BB2E862259BD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CD72F9-3006-A4F5-B3DC-5735CB2B0D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6009F4-23EA-CF90-1C00-241CEDEAD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0E28C-AA2C-4C13-BC73-3C9F0B119F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1633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3DF3D4-BBEC-42C9-0583-B6F29EA29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9E52D4-B084-9AB8-9C8F-2A1726E584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2FF2F3-F2F1-7B9C-B7B0-E40879B96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4ED9B-3158-40B3-8FF9-BB2E862259BD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F577F1-AED8-76CA-D6CA-7E2CF0708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408301-638D-E463-34A8-24C0ACF8E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0E28C-AA2C-4C13-BC73-3C9F0B119F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790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594D282-6955-038F-2A93-9F36DBA737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3305474" y="556820"/>
            <a:ext cx="4009072" cy="886305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40F374-AD71-35D2-F95A-1F234CFB8E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278257" y="556820"/>
            <a:ext cx="11794807" cy="886305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1CB7B2-F0E4-EC39-1FE4-6E307C796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4ED9B-3158-40B3-8FF9-BB2E862259BD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266226-5E00-8A9D-3610-F1C1E65C1D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957D78-F098-3ABB-9DD0-AD1B48958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0E28C-AA2C-4C13-BC73-3C9F0B119F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9173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7454348-A67A-66D5-6B18-C154091679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8256" y="556816"/>
            <a:ext cx="16036290" cy="20214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1AC5D1-3E1D-71D8-B0C2-5A68F2D70B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78256" y="2784078"/>
            <a:ext cx="16036290" cy="66357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F17E84-8780-1FE3-4DA0-E80DDE944F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78257" y="9693434"/>
            <a:ext cx="4183380" cy="55681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1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24ED9B-3158-40B3-8FF9-BB2E862259BD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3A7D2F-1B15-B1CB-56DB-2511AEFA92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58866" y="9693434"/>
            <a:ext cx="6275070" cy="55681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1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2FC081-AB0D-3DD2-8CFD-39CCE16B99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3131167" y="9693434"/>
            <a:ext cx="4183380" cy="55681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1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50E28C-AA2C-4C13-BC73-3C9F0B119F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9679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1076520" rtl="0" eaLnBrk="1" latinLnBrk="0" hangingPunct="1">
        <a:lnSpc>
          <a:spcPct val="90000"/>
        </a:lnSpc>
        <a:spcBef>
          <a:spcPct val="0"/>
        </a:spcBef>
        <a:buNone/>
        <a:defRPr sz="51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9131" indent="-269131" algn="l" defTabSz="1076520" rtl="0" eaLnBrk="1" latinLnBrk="0" hangingPunct="1">
        <a:lnSpc>
          <a:spcPct val="90000"/>
        </a:lnSpc>
        <a:spcBef>
          <a:spcPts val="1177"/>
        </a:spcBef>
        <a:buFont typeface="Arial" panose="020B0604020202020204" pitchFamily="34" charset="0"/>
        <a:buChar char="•"/>
        <a:defRPr sz="3296" kern="1200">
          <a:solidFill>
            <a:schemeClr val="tx1"/>
          </a:solidFill>
          <a:latin typeface="+mn-lt"/>
          <a:ea typeface="+mn-ea"/>
          <a:cs typeface="+mn-cs"/>
        </a:defRPr>
      </a:lvl1pPr>
      <a:lvl2pPr marL="807390" indent="-269131" algn="l" defTabSz="1076520" rtl="0" eaLnBrk="1" latinLnBrk="0" hangingPunct="1">
        <a:lnSpc>
          <a:spcPct val="90000"/>
        </a:lnSpc>
        <a:spcBef>
          <a:spcPts val="590"/>
        </a:spcBef>
        <a:buFont typeface="Arial" panose="020B0604020202020204" pitchFamily="34" charset="0"/>
        <a:buChar char="•"/>
        <a:defRPr sz="2826" kern="1200">
          <a:solidFill>
            <a:schemeClr val="tx1"/>
          </a:solidFill>
          <a:latin typeface="+mn-lt"/>
          <a:ea typeface="+mn-ea"/>
          <a:cs typeface="+mn-cs"/>
        </a:defRPr>
      </a:lvl2pPr>
      <a:lvl3pPr marL="1345650" indent="-269131" algn="l" defTabSz="1076520" rtl="0" eaLnBrk="1" latinLnBrk="0" hangingPunct="1">
        <a:lnSpc>
          <a:spcPct val="90000"/>
        </a:lnSpc>
        <a:spcBef>
          <a:spcPts val="590"/>
        </a:spcBef>
        <a:buFont typeface="Arial" panose="020B0604020202020204" pitchFamily="34" charset="0"/>
        <a:buChar char="•"/>
        <a:defRPr sz="2355" kern="1200">
          <a:solidFill>
            <a:schemeClr val="tx1"/>
          </a:solidFill>
          <a:latin typeface="+mn-lt"/>
          <a:ea typeface="+mn-ea"/>
          <a:cs typeface="+mn-cs"/>
        </a:defRPr>
      </a:lvl3pPr>
      <a:lvl4pPr marL="1883911" indent="-269131" algn="l" defTabSz="1076520" rtl="0" eaLnBrk="1" latinLnBrk="0" hangingPunct="1">
        <a:lnSpc>
          <a:spcPct val="90000"/>
        </a:lnSpc>
        <a:spcBef>
          <a:spcPts val="590"/>
        </a:spcBef>
        <a:buFont typeface="Arial" panose="020B0604020202020204" pitchFamily="34" charset="0"/>
        <a:buChar char="•"/>
        <a:defRPr sz="2119" kern="1200">
          <a:solidFill>
            <a:schemeClr val="tx1"/>
          </a:solidFill>
          <a:latin typeface="+mn-lt"/>
          <a:ea typeface="+mn-ea"/>
          <a:cs typeface="+mn-cs"/>
        </a:defRPr>
      </a:lvl4pPr>
      <a:lvl5pPr marL="2422171" indent="-269131" algn="l" defTabSz="1076520" rtl="0" eaLnBrk="1" latinLnBrk="0" hangingPunct="1">
        <a:lnSpc>
          <a:spcPct val="90000"/>
        </a:lnSpc>
        <a:spcBef>
          <a:spcPts val="590"/>
        </a:spcBef>
        <a:buFont typeface="Arial" panose="020B0604020202020204" pitchFamily="34" charset="0"/>
        <a:buChar char="•"/>
        <a:defRPr sz="2119" kern="1200">
          <a:solidFill>
            <a:schemeClr val="tx1"/>
          </a:solidFill>
          <a:latin typeface="+mn-lt"/>
          <a:ea typeface="+mn-ea"/>
          <a:cs typeface="+mn-cs"/>
        </a:defRPr>
      </a:lvl5pPr>
      <a:lvl6pPr marL="2960432" indent="-269131" algn="l" defTabSz="1076520" rtl="0" eaLnBrk="1" latinLnBrk="0" hangingPunct="1">
        <a:lnSpc>
          <a:spcPct val="90000"/>
        </a:lnSpc>
        <a:spcBef>
          <a:spcPts val="590"/>
        </a:spcBef>
        <a:buFont typeface="Arial" panose="020B0604020202020204" pitchFamily="34" charset="0"/>
        <a:buChar char="•"/>
        <a:defRPr sz="2119" kern="1200">
          <a:solidFill>
            <a:schemeClr val="tx1"/>
          </a:solidFill>
          <a:latin typeface="+mn-lt"/>
          <a:ea typeface="+mn-ea"/>
          <a:cs typeface="+mn-cs"/>
        </a:defRPr>
      </a:lvl6pPr>
      <a:lvl7pPr marL="3498691" indent="-269131" algn="l" defTabSz="1076520" rtl="0" eaLnBrk="1" latinLnBrk="0" hangingPunct="1">
        <a:lnSpc>
          <a:spcPct val="90000"/>
        </a:lnSpc>
        <a:spcBef>
          <a:spcPts val="590"/>
        </a:spcBef>
        <a:buFont typeface="Arial" panose="020B0604020202020204" pitchFamily="34" charset="0"/>
        <a:buChar char="•"/>
        <a:defRPr sz="2119" kern="1200">
          <a:solidFill>
            <a:schemeClr val="tx1"/>
          </a:solidFill>
          <a:latin typeface="+mn-lt"/>
          <a:ea typeface="+mn-ea"/>
          <a:cs typeface="+mn-cs"/>
        </a:defRPr>
      </a:lvl7pPr>
      <a:lvl8pPr marL="4036951" indent="-269131" algn="l" defTabSz="1076520" rtl="0" eaLnBrk="1" latinLnBrk="0" hangingPunct="1">
        <a:lnSpc>
          <a:spcPct val="90000"/>
        </a:lnSpc>
        <a:spcBef>
          <a:spcPts val="590"/>
        </a:spcBef>
        <a:buFont typeface="Arial" panose="020B0604020202020204" pitchFamily="34" charset="0"/>
        <a:buChar char="•"/>
        <a:defRPr sz="2119" kern="1200">
          <a:solidFill>
            <a:schemeClr val="tx1"/>
          </a:solidFill>
          <a:latin typeface="+mn-lt"/>
          <a:ea typeface="+mn-ea"/>
          <a:cs typeface="+mn-cs"/>
        </a:defRPr>
      </a:lvl8pPr>
      <a:lvl9pPr marL="4575213" indent="-269131" algn="l" defTabSz="1076520" rtl="0" eaLnBrk="1" latinLnBrk="0" hangingPunct="1">
        <a:lnSpc>
          <a:spcPct val="90000"/>
        </a:lnSpc>
        <a:spcBef>
          <a:spcPts val="590"/>
        </a:spcBef>
        <a:buFont typeface="Arial" panose="020B0604020202020204" pitchFamily="34" charset="0"/>
        <a:buChar char="•"/>
        <a:defRPr sz="211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76520" rtl="0" eaLnBrk="1" latinLnBrk="0" hangingPunct="1">
        <a:defRPr sz="2119" kern="1200">
          <a:solidFill>
            <a:schemeClr val="tx1"/>
          </a:solidFill>
          <a:latin typeface="+mn-lt"/>
          <a:ea typeface="+mn-ea"/>
          <a:cs typeface="+mn-cs"/>
        </a:defRPr>
      </a:lvl1pPr>
      <a:lvl2pPr marL="538260" algn="l" defTabSz="1076520" rtl="0" eaLnBrk="1" latinLnBrk="0" hangingPunct="1">
        <a:defRPr sz="2119" kern="1200">
          <a:solidFill>
            <a:schemeClr val="tx1"/>
          </a:solidFill>
          <a:latin typeface="+mn-lt"/>
          <a:ea typeface="+mn-ea"/>
          <a:cs typeface="+mn-cs"/>
        </a:defRPr>
      </a:lvl2pPr>
      <a:lvl3pPr marL="1076520" algn="l" defTabSz="1076520" rtl="0" eaLnBrk="1" latinLnBrk="0" hangingPunct="1">
        <a:defRPr sz="2119" kern="1200">
          <a:solidFill>
            <a:schemeClr val="tx1"/>
          </a:solidFill>
          <a:latin typeface="+mn-lt"/>
          <a:ea typeface="+mn-ea"/>
          <a:cs typeface="+mn-cs"/>
        </a:defRPr>
      </a:lvl3pPr>
      <a:lvl4pPr marL="1614781" algn="l" defTabSz="1076520" rtl="0" eaLnBrk="1" latinLnBrk="0" hangingPunct="1">
        <a:defRPr sz="2119" kern="1200">
          <a:solidFill>
            <a:schemeClr val="tx1"/>
          </a:solidFill>
          <a:latin typeface="+mn-lt"/>
          <a:ea typeface="+mn-ea"/>
          <a:cs typeface="+mn-cs"/>
        </a:defRPr>
      </a:lvl4pPr>
      <a:lvl5pPr marL="2153040" algn="l" defTabSz="1076520" rtl="0" eaLnBrk="1" latinLnBrk="0" hangingPunct="1">
        <a:defRPr sz="2119" kern="1200">
          <a:solidFill>
            <a:schemeClr val="tx1"/>
          </a:solidFill>
          <a:latin typeface="+mn-lt"/>
          <a:ea typeface="+mn-ea"/>
          <a:cs typeface="+mn-cs"/>
        </a:defRPr>
      </a:lvl5pPr>
      <a:lvl6pPr marL="2691301" algn="l" defTabSz="1076520" rtl="0" eaLnBrk="1" latinLnBrk="0" hangingPunct="1">
        <a:defRPr sz="2119" kern="1200">
          <a:solidFill>
            <a:schemeClr val="tx1"/>
          </a:solidFill>
          <a:latin typeface="+mn-lt"/>
          <a:ea typeface="+mn-ea"/>
          <a:cs typeface="+mn-cs"/>
        </a:defRPr>
      </a:lvl6pPr>
      <a:lvl7pPr marL="3229562" algn="l" defTabSz="1076520" rtl="0" eaLnBrk="1" latinLnBrk="0" hangingPunct="1">
        <a:defRPr sz="2119" kern="1200">
          <a:solidFill>
            <a:schemeClr val="tx1"/>
          </a:solidFill>
          <a:latin typeface="+mn-lt"/>
          <a:ea typeface="+mn-ea"/>
          <a:cs typeface="+mn-cs"/>
        </a:defRPr>
      </a:lvl7pPr>
      <a:lvl8pPr marL="3767822" algn="l" defTabSz="1076520" rtl="0" eaLnBrk="1" latinLnBrk="0" hangingPunct="1">
        <a:defRPr sz="2119" kern="1200">
          <a:solidFill>
            <a:schemeClr val="tx1"/>
          </a:solidFill>
          <a:latin typeface="+mn-lt"/>
          <a:ea typeface="+mn-ea"/>
          <a:cs typeface="+mn-cs"/>
        </a:defRPr>
      </a:lvl8pPr>
      <a:lvl9pPr marL="4306082" algn="l" defTabSz="1076520" rtl="0" eaLnBrk="1" latinLnBrk="0" hangingPunct="1">
        <a:defRPr sz="211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  <a:lumOff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FF8CD-9594-5B44-70AC-DD9ED1CFB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H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EDE9AD2F-A9F4-13EE-AE30-B8EC506AA8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0787" y="1090868"/>
            <a:ext cx="14534039" cy="8308382"/>
          </a:xfrm>
          <a:prstGeom prst="rect">
            <a:avLst/>
          </a:prstGeom>
        </p:spPr>
      </p:pic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654736F-F099-77D2-7559-0310344718FA}"/>
              </a:ext>
            </a:extLst>
          </p:cNvPr>
          <p:cNvSpPr/>
          <p:nvPr/>
        </p:nvSpPr>
        <p:spPr>
          <a:xfrm>
            <a:off x="2119451" y="1208018"/>
            <a:ext cx="14353910" cy="8074075"/>
          </a:xfrm>
          <a:custGeom>
            <a:avLst/>
            <a:gdLst>
              <a:gd name="connsiteX0" fmla="*/ 3457198 w 12087224"/>
              <a:gd name="connsiteY0" fmla="*/ 4713409 h 6753224"/>
              <a:gd name="connsiteX1" fmla="*/ 3554287 w 12087224"/>
              <a:gd name="connsiteY1" fmla="*/ 4713409 h 6753224"/>
              <a:gd name="connsiteX2" fmla="*/ 3554287 w 12087224"/>
              <a:gd name="connsiteY2" fmla="*/ 4713411 h 6753224"/>
              <a:gd name="connsiteX3" fmla="*/ 3637087 w 12087224"/>
              <a:gd name="connsiteY3" fmla="*/ 4713411 h 6753224"/>
              <a:gd name="connsiteX4" fmla="*/ 3637087 w 12087224"/>
              <a:gd name="connsiteY4" fmla="*/ 4713409 h 6753224"/>
              <a:gd name="connsiteX5" fmla="*/ 7910386 w 12087224"/>
              <a:gd name="connsiteY5" fmla="*/ 4713409 h 6753224"/>
              <a:gd name="connsiteX6" fmla="*/ 7910386 w 12087224"/>
              <a:gd name="connsiteY6" fmla="*/ 4713414 h 6753224"/>
              <a:gd name="connsiteX7" fmla="*/ 7993187 w 12087224"/>
              <a:gd name="connsiteY7" fmla="*/ 4713414 h 6753224"/>
              <a:gd name="connsiteX8" fmla="*/ 7993187 w 12087224"/>
              <a:gd name="connsiteY8" fmla="*/ 4713409 h 6753224"/>
              <a:gd name="connsiteX9" fmla="*/ 12087224 w 12087224"/>
              <a:gd name="connsiteY9" fmla="*/ 4713409 h 6753224"/>
              <a:gd name="connsiteX10" fmla="*/ 12087224 w 12087224"/>
              <a:gd name="connsiteY10" fmla="*/ 6753224 h 6753224"/>
              <a:gd name="connsiteX11" fmla="*/ 3457198 w 12087224"/>
              <a:gd name="connsiteY11" fmla="*/ 6753224 h 6753224"/>
              <a:gd name="connsiteX12" fmla="*/ 0 w 12087224"/>
              <a:gd name="connsiteY12" fmla="*/ 4713409 h 6753224"/>
              <a:gd name="connsiteX13" fmla="*/ 3374397 w 12087224"/>
              <a:gd name="connsiteY13" fmla="*/ 4713409 h 6753224"/>
              <a:gd name="connsiteX14" fmla="*/ 3374397 w 12087224"/>
              <a:gd name="connsiteY14" fmla="*/ 6753224 h 6753224"/>
              <a:gd name="connsiteX15" fmla="*/ 0 w 12087224"/>
              <a:gd name="connsiteY15" fmla="*/ 6753224 h 6753224"/>
              <a:gd name="connsiteX16" fmla="*/ 7993187 w 12087224"/>
              <a:gd name="connsiteY16" fmla="*/ 1766894 h 6753224"/>
              <a:gd name="connsiteX17" fmla="*/ 10394822 w 12087224"/>
              <a:gd name="connsiteY17" fmla="*/ 1766894 h 6753224"/>
              <a:gd name="connsiteX18" fmla="*/ 10394822 w 12087224"/>
              <a:gd name="connsiteY18" fmla="*/ 1766896 h 6753224"/>
              <a:gd name="connsiteX19" fmla="*/ 10477623 w 12087224"/>
              <a:gd name="connsiteY19" fmla="*/ 1766896 h 6753224"/>
              <a:gd name="connsiteX20" fmla="*/ 10477623 w 12087224"/>
              <a:gd name="connsiteY20" fmla="*/ 1766894 h 6753224"/>
              <a:gd name="connsiteX21" fmla="*/ 12087224 w 12087224"/>
              <a:gd name="connsiteY21" fmla="*/ 1766894 h 6753224"/>
              <a:gd name="connsiteX22" fmla="*/ 12087224 w 12087224"/>
              <a:gd name="connsiteY22" fmla="*/ 4630608 h 6753224"/>
              <a:gd name="connsiteX23" fmla="*/ 7993187 w 12087224"/>
              <a:gd name="connsiteY23" fmla="*/ 4630608 h 6753224"/>
              <a:gd name="connsiteX24" fmla="*/ 3637087 w 12087224"/>
              <a:gd name="connsiteY24" fmla="*/ 1766894 h 6753224"/>
              <a:gd name="connsiteX25" fmla="*/ 7910386 w 12087224"/>
              <a:gd name="connsiteY25" fmla="*/ 1766894 h 6753224"/>
              <a:gd name="connsiteX26" fmla="*/ 7910386 w 12087224"/>
              <a:gd name="connsiteY26" fmla="*/ 4630608 h 6753224"/>
              <a:gd name="connsiteX27" fmla="*/ 3637087 w 12087224"/>
              <a:gd name="connsiteY27" fmla="*/ 4630608 h 6753224"/>
              <a:gd name="connsiteX28" fmla="*/ 0 w 12087224"/>
              <a:gd name="connsiteY28" fmla="*/ 1766894 h 6753224"/>
              <a:gd name="connsiteX29" fmla="*/ 3554287 w 12087224"/>
              <a:gd name="connsiteY29" fmla="*/ 1766894 h 6753224"/>
              <a:gd name="connsiteX30" fmla="*/ 3554287 w 12087224"/>
              <a:gd name="connsiteY30" fmla="*/ 4630608 h 6753224"/>
              <a:gd name="connsiteX31" fmla="*/ 0 w 12087224"/>
              <a:gd name="connsiteY31" fmla="*/ 4630608 h 6753224"/>
              <a:gd name="connsiteX32" fmla="*/ 10477623 w 12087224"/>
              <a:gd name="connsiteY32" fmla="*/ 609725 h 6753224"/>
              <a:gd name="connsiteX33" fmla="*/ 12087224 w 12087224"/>
              <a:gd name="connsiteY33" fmla="*/ 609725 h 6753224"/>
              <a:gd name="connsiteX34" fmla="*/ 12087224 w 12087224"/>
              <a:gd name="connsiteY34" fmla="*/ 1684092 h 6753224"/>
              <a:gd name="connsiteX35" fmla="*/ 10477623 w 12087224"/>
              <a:gd name="connsiteY35" fmla="*/ 1684092 h 6753224"/>
              <a:gd name="connsiteX36" fmla="*/ 0 w 12087224"/>
              <a:gd name="connsiteY36" fmla="*/ 609725 h 6753224"/>
              <a:gd name="connsiteX37" fmla="*/ 10394822 w 12087224"/>
              <a:gd name="connsiteY37" fmla="*/ 609725 h 6753224"/>
              <a:gd name="connsiteX38" fmla="*/ 10394822 w 12087224"/>
              <a:gd name="connsiteY38" fmla="*/ 1684092 h 6753224"/>
              <a:gd name="connsiteX39" fmla="*/ 0 w 12087224"/>
              <a:gd name="connsiteY39" fmla="*/ 1684092 h 6753224"/>
              <a:gd name="connsiteX40" fmla="*/ 0 w 12087224"/>
              <a:gd name="connsiteY40" fmla="*/ 0 h 6753224"/>
              <a:gd name="connsiteX41" fmla="*/ 12087224 w 12087224"/>
              <a:gd name="connsiteY41" fmla="*/ 0 h 6753224"/>
              <a:gd name="connsiteX42" fmla="*/ 12087224 w 12087224"/>
              <a:gd name="connsiteY42" fmla="*/ 526925 h 6753224"/>
              <a:gd name="connsiteX43" fmla="*/ 10477623 w 12087224"/>
              <a:gd name="connsiteY43" fmla="*/ 526925 h 6753224"/>
              <a:gd name="connsiteX44" fmla="*/ 10477623 w 12087224"/>
              <a:gd name="connsiteY44" fmla="*/ 526925 h 6753224"/>
              <a:gd name="connsiteX45" fmla="*/ 10394822 w 12087224"/>
              <a:gd name="connsiteY45" fmla="*/ 526925 h 6753224"/>
              <a:gd name="connsiteX46" fmla="*/ 10394822 w 12087224"/>
              <a:gd name="connsiteY46" fmla="*/ 526925 h 6753224"/>
              <a:gd name="connsiteX47" fmla="*/ 0 w 12087224"/>
              <a:gd name="connsiteY47" fmla="*/ 526925 h 67532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12087224" h="6753224">
                <a:moveTo>
                  <a:pt x="3457198" y="4713409"/>
                </a:moveTo>
                <a:lnTo>
                  <a:pt x="3554287" y="4713409"/>
                </a:lnTo>
                <a:lnTo>
                  <a:pt x="3554287" y="4713411"/>
                </a:lnTo>
                <a:lnTo>
                  <a:pt x="3637087" y="4713411"/>
                </a:lnTo>
                <a:lnTo>
                  <a:pt x="3637087" y="4713409"/>
                </a:lnTo>
                <a:lnTo>
                  <a:pt x="7910386" y="4713409"/>
                </a:lnTo>
                <a:lnTo>
                  <a:pt x="7910386" y="4713414"/>
                </a:lnTo>
                <a:lnTo>
                  <a:pt x="7993187" y="4713414"/>
                </a:lnTo>
                <a:lnTo>
                  <a:pt x="7993187" y="4713409"/>
                </a:lnTo>
                <a:lnTo>
                  <a:pt x="12087224" y="4713409"/>
                </a:lnTo>
                <a:lnTo>
                  <a:pt x="12087224" y="6753224"/>
                </a:lnTo>
                <a:lnTo>
                  <a:pt x="3457198" y="6753224"/>
                </a:lnTo>
                <a:close/>
                <a:moveTo>
                  <a:pt x="0" y="4713409"/>
                </a:moveTo>
                <a:lnTo>
                  <a:pt x="3374397" y="4713409"/>
                </a:lnTo>
                <a:lnTo>
                  <a:pt x="3374397" y="6753224"/>
                </a:lnTo>
                <a:lnTo>
                  <a:pt x="0" y="6753224"/>
                </a:lnTo>
                <a:close/>
                <a:moveTo>
                  <a:pt x="7993187" y="1766894"/>
                </a:moveTo>
                <a:lnTo>
                  <a:pt x="10394822" y="1766894"/>
                </a:lnTo>
                <a:lnTo>
                  <a:pt x="10394822" y="1766896"/>
                </a:lnTo>
                <a:lnTo>
                  <a:pt x="10477623" y="1766896"/>
                </a:lnTo>
                <a:lnTo>
                  <a:pt x="10477623" y="1766894"/>
                </a:lnTo>
                <a:lnTo>
                  <a:pt x="12087224" y="1766894"/>
                </a:lnTo>
                <a:lnTo>
                  <a:pt x="12087224" y="4630608"/>
                </a:lnTo>
                <a:lnTo>
                  <a:pt x="7993187" y="4630608"/>
                </a:lnTo>
                <a:close/>
                <a:moveTo>
                  <a:pt x="3637087" y="1766894"/>
                </a:moveTo>
                <a:lnTo>
                  <a:pt x="7910386" y="1766894"/>
                </a:lnTo>
                <a:lnTo>
                  <a:pt x="7910386" y="4630608"/>
                </a:lnTo>
                <a:lnTo>
                  <a:pt x="3637087" y="4630608"/>
                </a:lnTo>
                <a:close/>
                <a:moveTo>
                  <a:pt x="0" y="1766894"/>
                </a:moveTo>
                <a:lnTo>
                  <a:pt x="3554287" y="1766894"/>
                </a:lnTo>
                <a:lnTo>
                  <a:pt x="3554287" y="4630608"/>
                </a:lnTo>
                <a:lnTo>
                  <a:pt x="0" y="4630608"/>
                </a:lnTo>
                <a:close/>
                <a:moveTo>
                  <a:pt x="10477623" y="609725"/>
                </a:moveTo>
                <a:lnTo>
                  <a:pt x="12087224" y="609725"/>
                </a:lnTo>
                <a:lnTo>
                  <a:pt x="12087224" y="1684092"/>
                </a:lnTo>
                <a:lnTo>
                  <a:pt x="10477623" y="1684092"/>
                </a:lnTo>
                <a:close/>
                <a:moveTo>
                  <a:pt x="0" y="609725"/>
                </a:moveTo>
                <a:lnTo>
                  <a:pt x="10394822" y="609725"/>
                </a:lnTo>
                <a:lnTo>
                  <a:pt x="10394822" y="1684092"/>
                </a:lnTo>
                <a:lnTo>
                  <a:pt x="0" y="1684092"/>
                </a:lnTo>
                <a:close/>
                <a:moveTo>
                  <a:pt x="0" y="0"/>
                </a:moveTo>
                <a:lnTo>
                  <a:pt x="12087224" y="0"/>
                </a:lnTo>
                <a:lnTo>
                  <a:pt x="12087224" y="526925"/>
                </a:lnTo>
                <a:lnTo>
                  <a:pt x="10477623" y="526925"/>
                </a:lnTo>
                <a:lnTo>
                  <a:pt x="10477623" y="526925"/>
                </a:lnTo>
                <a:lnTo>
                  <a:pt x="10394822" y="526925"/>
                </a:lnTo>
                <a:lnTo>
                  <a:pt x="10394822" y="526925"/>
                </a:lnTo>
                <a:lnTo>
                  <a:pt x="0" y="526925"/>
                </a:lnTo>
                <a:close/>
              </a:path>
            </a:pathLst>
          </a:custGeom>
          <a:solidFill>
            <a:schemeClr val="accent4">
              <a:lumMod val="75000"/>
              <a:alpha val="4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sz="2919"/>
          </a:p>
        </p:txBody>
      </p:sp>
    </p:spTree>
    <p:extLst>
      <p:ext uri="{BB962C8B-B14F-4D97-AF65-F5344CB8AC3E}">
        <p14:creationId xmlns:p14="http://schemas.microsoft.com/office/powerpoint/2010/main" val="37987408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  <a:lumOff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A3E1A2-78BE-C255-3F63-6673E4FEC2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29C72D-1715-BC49-FBFC-39C1BCD54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H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6AAC75A2-87F9-711A-3AB6-978C49511B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" y="-1"/>
            <a:ext cx="18725331" cy="10458451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846BBD5-2AED-D2AD-BC2F-4B14052B725C}"/>
              </a:ext>
            </a:extLst>
          </p:cNvPr>
          <p:cNvSpPr/>
          <p:nvPr/>
        </p:nvSpPr>
        <p:spPr>
          <a:xfrm>
            <a:off x="-66264" y="11443"/>
            <a:ext cx="19059114" cy="545373"/>
          </a:xfrm>
          <a:prstGeom prst="rect">
            <a:avLst/>
          </a:prstGeom>
          <a:solidFill>
            <a:schemeClr val="accent4">
              <a:lumMod val="75000"/>
              <a:alpha val="4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PH" sz="2119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8340F99-ABF9-39BC-2CA6-A30C95320551}"/>
              </a:ext>
            </a:extLst>
          </p:cNvPr>
          <p:cNvSpPr/>
          <p:nvPr/>
        </p:nvSpPr>
        <p:spPr>
          <a:xfrm>
            <a:off x="-132525" y="2323273"/>
            <a:ext cx="6464052" cy="6502071"/>
          </a:xfrm>
          <a:prstGeom prst="rect">
            <a:avLst/>
          </a:prstGeom>
          <a:solidFill>
            <a:schemeClr val="accent4">
              <a:lumMod val="75000"/>
              <a:alpha val="4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PH" sz="2119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208B43B-4662-0096-9C26-608145A7F28B}"/>
              </a:ext>
            </a:extLst>
          </p:cNvPr>
          <p:cNvSpPr/>
          <p:nvPr/>
        </p:nvSpPr>
        <p:spPr>
          <a:xfrm>
            <a:off x="6464050" y="2323272"/>
            <a:ext cx="6464052" cy="6502071"/>
          </a:xfrm>
          <a:prstGeom prst="rect">
            <a:avLst/>
          </a:prstGeom>
          <a:solidFill>
            <a:schemeClr val="accent4">
              <a:lumMod val="75000"/>
              <a:alpha val="4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PH" sz="2119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6CF8ABD-009B-E204-1103-E10E14B3C4BA}"/>
              </a:ext>
            </a:extLst>
          </p:cNvPr>
          <p:cNvSpPr/>
          <p:nvPr/>
        </p:nvSpPr>
        <p:spPr>
          <a:xfrm>
            <a:off x="13060625" y="2331930"/>
            <a:ext cx="5664702" cy="6493411"/>
          </a:xfrm>
          <a:prstGeom prst="rect">
            <a:avLst/>
          </a:prstGeom>
          <a:solidFill>
            <a:schemeClr val="accent4">
              <a:lumMod val="75000"/>
              <a:alpha val="4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PH" sz="2119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71698BB-0EC1-4B3D-91A8-CCB5909CB850}"/>
              </a:ext>
            </a:extLst>
          </p:cNvPr>
          <p:cNvSpPr/>
          <p:nvPr/>
        </p:nvSpPr>
        <p:spPr>
          <a:xfrm>
            <a:off x="0" y="8950036"/>
            <a:ext cx="18857851" cy="1508414"/>
          </a:xfrm>
          <a:prstGeom prst="rect">
            <a:avLst/>
          </a:prstGeom>
          <a:solidFill>
            <a:schemeClr val="accent4">
              <a:lumMod val="75000"/>
              <a:alpha val="4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PH" sz="2119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10268A0-10FC-7B32-B491-E1AAEE09203A}"/>
              </a:ext>
            </a:extLst>
          </p:cNvPr>
          <p:cNvSpPr/>
          <p:nvPr/>
        </p:nvSpPr>
        <p:spPr>
          <a:xfrm>
            <a:off x="-33133" y="690166"/>
            <a:ext cx="18890984" cy="1508414"/>
          </a:xfrm>
          <a:prstGeom prst="rect">
            <a:avLst/>
          </a:prstGeom>
          <a:solidFill>
            <a:schemeClr val="accent4">
              <a:lumMod val="75000"/>
              <a:alpha val="4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PH" sz="2119"/>
          </a:p>
        </p:txBody>
      </p:sp>
    </p:spTree>
    <p:extLst>
      <p:ext uri="{BB962C8B-B14F-4D97-AF65-F5344CB8AC3E}">
        <p14:creationId xmlns:p14="http://schemas.microsoft.com/office/powerpoint/2010/main" val="22110133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  <a:lumOff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3DAE5C-A260-EE9E-DF6F-CB4FFF19D2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Content Placeholder 25">
            <a:extLst>
              <a:ext uri="{FF2B5EF4-FFF2-40B4-BE49-F238E27FC236}">
                <a16:creationId xmlns:a16="http://schemas.microsoft.com/office/drawing/2014/main" id="{68C4A509-47DB-B04B-27F0-A12124A543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9112" y="-196948"/>
            <a:ext cx="18864437" cy="1076178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F9B06BB-72D3-A4BF-6BB8-1D1F32CDFD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A0EB3A3-DE4F-0AB4-6BAC-F24967BE09C9}"/>
              </a:ext>
            </a:extLst>
          </p:cNvPr>
          <p:cNvSpPr/>
          <p:nvPr/>
        </p:nvSpPr>
        <p:spPr>
          <a:xfrm>
            <a:off x="-139112" y="-303335"/>
            <a:ext cx="19060158" cy="1288073"/>
          </a:xfrm>
          <a:prstGeom prst="rect">
            <a:avLst/>
          </a:prstGeom>
          <a:solidFill>
            <a:srgbClr val="7030A0">
              <a:alpha val="4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PH" sz="2119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D9E295A-122A-88ED-56AB-46F0C9FFAF46}"/>
              </a:ext>
            </a:extLst>
          </p:cNvPr>
          <p:cNvSpPr/>
          <p:nvPr/>
        </p:nvSpPr>
        <p:spPr>
          <a:xfrm>
            <a:off x="-295421" y="1136536"/>
            <a:ext cx="9392806" cy="9321913"/>
          </a:xfrm>
          <a:prstGeom prst="rect">
            <a:avLst/>
          </a:prstGeom>
          <a:solidFill>
            <a:srgbClr val="7030A0">
              <a:alpha val="4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PH" sz="2119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B289752-E458-4591-48C5-A07E1F04E796}"/>
              </a:ext>
            </a:extLst>
          </p:cNvPr>
          <p:cNvSpPr/>
          <p:nvPr/>
        </p:nvSpPr>
        <p:spPr>
          <a:xfrm>
            <a:off x="9253694" y="1136536"/>
            <a:ext cx="9478220" cy="9321913"/>
          </a:xfrm>
          <a:prstGeom prst="rect">
            <a:avLst/>
          </a:prstGeom>
          <a:solidFill>
            <a:srgbClr val="7030A0">
              <a:alpha val="4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PH" sz="2119"/>
          </a:p>
        </p:txBody>
      </p:sp>
    </p:spTree>
    <p:extLst>
      <p:ext uri="{BB962C8B-B14F-4D97-AF65-F5344CB8AC3E}">
        <p14:creationId xmlns:p14="http://schemas.microsoft.com/office/powerpoint/2010/main" val="28726489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7259bc7a-ff0c-4140-aee5-da20f8bd5bf2}" enabled="1" method="Privileged" siteId="{c7e8b5ac-96c6-4123-a65a-793543aced4d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732</TotalTime>
  <Words>0</Words>
  <Application>Microsoft Office PowerPoint</Application>
  <PresentationFormat>Custom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ajjane</dc:creator>
  <cp:lastModifiedBy>AALIYAH JANE C. BARCELITA</cp:lastModifiedBy>
  <cp:revision>6</cp:revision>
  <dcterms:created xsi:type="dcterms:W3CDTF">2026-05-04T00:06:39Z</dcterms:created>
  <dcterms:modified xsi:type="dcterms:W3CDTF">2026-06-24T10:45:44Z</dcterms:modified>
</cp:coreProperties>
</file>